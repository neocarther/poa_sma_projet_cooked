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62" r:id="rId5"/>
    <p:sldId id="259" r:id="rId6"/>
    <p:sldId id="260" r:id="rId7"/>
    <p:sldId id="261"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3BCE98-6A6F-48CA-A244-AF68354B21F5}" v="1" dt="2025-12-03T23:06:21.2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B7FB6C-DC24-426D-9457-BAFD278EF3FB}" type="datetimeFigureOut">
              <a:rPr lang="fr-FR" smtClean="0"/>
              <a:t>04/12/2025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FEAF39-EA4E-43D9-B073-BA4372F991DD}" type="slidenum">
              <a:rPr lang="fr-FR" smtClean="0"/>
              <a:t>‹N°›</a:t>
            </a:fld>
            <a:endParaRPr lang="fr-FR"/>
          </a:p>
        </p:txBody>
      </p:sp>
    </p:spTree>
    <p:extLst>
      <p:ext uri="{BB962C8B-B14F-4D97-AF65-F5344CB8AC3E}">
        <p14:creationId xmlns:p14="http://schemas.microsoft.com/office/powerpoint/2010/main" val="416996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CC21FA-13F3-7BDA-0B00-36D68634163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3119EDF-BF69-424F-6134-4DC4BF2DA3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0661BD1-C5A7-2ED0-6FF7-288979711AFA}"/>
              </a:ext>
            </a:extLst>
          </p:cNvPr>
          <p:cNvSpPr>
            <a:spLocks noGrp="1"/>
          </p:cNvSpPr>
          <p:nvPr>
            <p:ph type="dt" sz="half" idx="10"/>
          </p:nvPr>
        </p:nvSpPr>
        <p:spPr/>
        <p:txBody>
          <a:bodyPr/>
          <a:lstStyle/>
          <a:p>
            <a:fld id="{67712E72-F119-4F27-B806-113A12FCAB54}" type="datetime1">
              <a:rPr lang="fr-FR" smtClean="0"/>
              <a:t>04/12/2025</a:t>
            </a:fld>
            <a:endParaRPr lang="fr-FR"/>
          </a:p>
        </p:txBody>
      </p:sp>
      <p:sp>
        <p:nvSpPr>
          <p:cNvPr id="5" name="Espace réservé du pied de page 4">
            <a:extLst>
              <a:ext uri="{FF2B5EF4-FFF2-40B4-BE49-F238E27FC236}">
                <a16:creationId xmlns:a16="http://schemas.microsoft.com/office/drawing/2014/main" id="{F783A726-3733-2DEB-4127-E12E0EB76AA2}"/>
              </a:ext>
            </a:extLst>
          </p:cNvPr>
          <p:cNvSpPr>
            <a:spLocks noGrp="1"/>
          </p:cNvSpPr>
          <p:nvPr>
            <p:ph type="ftr" sz="quarter" idx="11"/>
          </p:nvPr>
        </p:nvSpPr>
        <p:spPr/>
        <p:txBody>
          <a:bodyPr/>
          <a:lstStyle/>
          <a:p>
            <a:r>
              <a:rPr lang="fr-FR"/>
              <a:t>Léo Berger - groupe 6 ou 11 ou autre (pas sûr à vérifier)</a:t>
            </a:r>
          </a:p>
        </p:txBody>
      </p:sp>
      <p:sp>
        <p:nvSpPr>
          <p:cNvPr id="6" name="Espace réservé du numéro de diapositive 5">
            <a:extLst>
              <a:ext uri="{FF2B5EF4-FFF2-40B4-BE49-F238E27FC236}">
                <a16:creationId xmlns:a16="http://schemas.microsoft.com/office/drawing/2014/main" id="{193403F9-B417-CB70-B045-367A33248265}"/>
              </a:ext>
            </a:extLst>
          </p:cNvPr>
          <p:cNvSpPr>
            <a:spLocks noGrp="1"/>
          </p:cNvSpPr>
          <p:nvPr>
            <p:ph type="sldNum" sz="quarter" idx="12"/>
          </p:nvPr>
        </p:nvSpPr>
        <p:spPr/>
        <p:txBody>
          <a:bodyPr/>
          <a:lstStyle/>
          <a:p>
            <a:fld id="{F726D541-C0F8-4F80-A0C4-BAAC97EF1B88}" type="slidenum">
              <a:rPr lang="fr-FR" smtClean="0"/>
              <a:t>‹N°›</a:t>
            </a:fld>
            <a:endParaRPr lang="fr-FR"/>
          </a:p>
        </p:txBody>
      </p:sp>
    </p:spTree>
    <p:extLst>
      <p:ext uri="{BB962C8B-B14F-4D97-AF65-F5344CB8AC3E}">
        <p14:creationId xmlns:p14="http://schemas.microsoft.com/office/powerpoint/2010/main" val="3486601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8DC3DC-6030-7935-1D7B-928FE48C543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92D4BDF-E1C5-F6C1-B23D-8F692870A42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E6964A8-7547-85F3-CE1E-99680AADF078}"/>
              </a:ext>
            </a:extLst>
          </p:cNvPr>
          <p:cNvSpPr>
            <a:spLocks noGrp="1"/>
          </p:cNvSpPr>
          <p:nvPr>
            <p:ph type="dt" sz="half" idx="10"/>
          </p:nvPr>
        </p:nvSpPr>
        <p:spPr/>
        <p:txBody>
          <a:bodyPr/>
          <a:lstStyle/>
          <a:p>
            <a:fld id="{A7CEF343-05D5-4A3A-9D9F-759468095BFE}" type="datetime1">
              <a:rPr lang="fr-FR" smtClean="0"/>
              <a:t>04/12/2025</a:t>
            </a:fld>
            <a:endParaRPr lang="fr-FR"/>
          </a:p>
        </p:txBody>
      </p:sp>
      <p:sp>
        <p:nvSpPr>
          <p:cNvPr id="5" name="Espace réservé du pied de page 4">
            <a:extLst>
              <a:ext uri="{FF2B5EF4-FFF2-40B4-BE49-F238E27FC236}">
                <a16:creationId xmlns:a16="http://schemas.microsoft.com/office/drawing/2014/main" id="{89B4DC41-1D78-326D-F280-3B33DBBBBFCE}"/>
              </a:ext>
            </a:extLst>
          </p:cNvPr>
          <p:cNvSpPr>
            <a:spLocks noGrp="1"/>
          </p:cNvSpPr>
          <p:nvPr>
            <p:ph type="ftr" sz="quarter" idx="11"/>
          </p:nvPr>
        </p:nvSpPr>
        <p:spPr/>
        <p:txBody>
          <a:bodyPr/>
          <a:lstStyle/>
          <a:p>
            <a:r>
              <a:rPr lang="fr-FR"/>
              <a:t>Léo Berger - groupe 6 ou 11 ou autre (pas sûr à vérifier)</a:t>
            </a:r>
          </a:p>
        </p:txBody>
      </p:sp>
      <p:sp>
        <p:nvSpPr>
          <p:cNvPr id="6" name="Espace réservé du numéro de diapositive 5">
            <a:extLst>
              <a:ext uri="{FF2B5EF4-FFF2-40B4-BE49-F238E27FC236}">
                <a16:creationId xmlns:a16="http://schemas.microsoft.com/office/drawing/2014/main" id="{970FA2CE-FB23-8A9E-98E9-1B0FF385E108}"/>
              </a:ext>
            </a:extLst>
          </p:cNvPr>
          <p:cNvSpPr>
            <a:spLocks noGrp="1"/>
          </p:cNvSpPr>
          <p:nvPr>
            <p:ph type="sldNum" sz="quarter" idx="12"/>
          </p:nvPr>
        </p:nvSpPr>
        <p:spPr/>
        <p:txBody>
          <a:bodyPr/>
          <a:lstStyle/>
          <a:p>
            <a:fld id="{F726D541-C0F8-4F80-A0C4-BAAC97EF1B88}" type="slidenum">
              <a:rPr lang="fr-FR" smtClean="0"/>
              <a:t>‹N°›</a:t>
            </a:fld>
            <a:endParaRPr lang="fr-FR"/>
          </a:p>
        </p:txBody>
      </p:sp>
    </p:spTree>
    <p:extLst>
      <p:ext uri="{BB962C8B-B14F-4D97-AF65-F5344CB8AC3E}">
        <p14:creationId xmlns:p14="http://schemas.microsoft.com/office/powerpoint/2010/main" val="2726319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7025F8-7F28-3B40-72DC-D0BF0E3ABA3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09470FC-26C2-D467-FCCE-64ED43DA2D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43701F1-1552-17E8-160F-0C9BD5028CC8}"/>
              </a:ext>
            </a:extLst>
          </p:cNvPr>
          <p:cNvSpPr>
            <a:spLocks noGrp="1"/>
          </p:cNvSpPr>
          <p:nvPr>
            <p:ph type="dt" sz="half" idx="10"/>
          </p:nvPr>
        </p:nvSpPr>
        <p:spPr/>
        <p:txBody>
          <a:bodyPr/>
          <a:lstStyle/>
          <a:p>
            <a:fld id="{CD81275D-D04C-4286-89F6-C25CE519CAB8}" type="datetime1">
              <a:rPr lang="fr-FR" smtClean="0"/>
              <a:t>04/12/2025</a:t>
            </a:fld>
            <a:endParaRPr lang="fr-FR"/>
          </a:p>
        </p:txBody>
      </p:sp>
      <p:sp>
        <p:nvSpPr>
          <p:cNvPr id="5" name="Espace réservé du pied de page 4">
            <a:extLst>
              <a:ext uri="{FF2B5EF4-FFF2-40B4-BE49-F238E27FC236}">
                <a16:creationId xmlns:a16="http://schemas.microsoft.com/office/drawing/2014/main" id="{A6B8B5C2-87B4-E8F8-F279-CDAA5B8BA934}"/>
              </a:ext>
            </a:extLst>
          </p:cNvPr>
          <p:cNvSpPr>
            <a:spLocks noGrp="1"/>
          </p:cNvSpPr>
          <p:nvPr>
            <p:ph type="ftr" sz="quarter" idx="11"/>
          </p:nvPr>
        </p:nvSpPr>
        <p:spPr/>
        <p:txBody>
          <a:bodyPr/>
          <a:lstStyle/>
          <a:p>
            <a:r>
              <a:rPr lang="fr-FR"/>
              <a:t>Léo Berger - groupe 6 ou 11 ou autre (pas sûr à vérifier)</a:t>
            </a:r>
          </a:p>
        </p:txBody>
      </p:sp>
      <p:sp>
        <p:nvSpPr>
          <p:cNvPr id="6" name="Espace réservé du numéro de diapositive 5">
            <a:extLst>
              <a:ext uri="{FF2B5EF4-FFF2-40B4-BE49-F238E27FC236}">
                <a16:creationId xmlns:a16="http://schemas.microsoft.com/office/drawing/2014/main" id="{17B20AF5-6261-6BE1-2DAA-C17C30B736FB}"/>
              </a:ext>
            </a:extLst>
          </p:cNvPr>
          <p:cNvSpPr>
            <a:spLocks noGrp="1"/>
          </p:cNvSpPr>
          <p:nvPr>
            <p:ph type="sldNum" sz="quarter" idx="12"/>
          </p:nvPr>
        </p:nvSpPr>
        <p:spPr/>
        <p:txBody>
          <a:bodyPr/>
          <a:lstStyle/>
          <a:p>
            <a:fld id="{F726D541-C0F8-4F80-A0C4-BAAC97EF1B88}" type="slidenum">
              <a:rPr lang="fr-FR" smtClean="0"/>
              <a:t>‹N°›</a:t>
            </a:fld>
            <a:endParaRPr lang="fr-FR"/>
          </a:p>
        </p:txBody>
      </p:sp>
    </p:spTree>
    <p:extLst>
      <p:ext uri="{BB962C8B-B14F-4D97-AF65-F5344CB8AC3E}">
        <p14:creationId xmlns:p14="http://schemas.microsoft.com/office/powerpoint/2010/main" val="4250157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97818B-80B4-BCF7-082F-093DE7B13BA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D5673B1-06E6-8675-1B36-4138D8265483}"/>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4F4D8BE8-6A35-CA3E-77A1-5E1F16BDF22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C45149E5-5F5C-142F-1659-59D290FE7B1F}"/>
              </a:ext>
            </a:extLst>
          </p:cNvPr>
          <p:cNvSpPr>
            <a:spLocks noGrp="1"/>
          </p:cNvSpPr>
          <p:nvPr>
            <p:ph type="dt" sz="half" idx="10"/>
          </p:nvPr>
        </p:nvSpPr>
        <p:spPr/>
        <p:txBody>
          <a:bodyPr/>
          <a:lstStyle/>
          <a:p>
            <a:fld id="{42CFEA60-3E6E-4586-9244-714D6705CE2C}" type="datetime1">
              <a:rPr lang="fr-FR" smtClean="0"/>
              <a:t>04/12/2025</a:t>
            </a:fld>
            <a:endParaRPr lang="fr-FR"/>
          </a:p>
        </p:txBody>
      </p:sp>
      <p:sp>
        <p:nvSpPr>
          <p:cNvPr id="6" name="Espace réservé du pied de page 5">
            <a:extLst>
              <a:ext uri="{FF2B5EF4-FFF2-40B4-BE49-F238E27FC236}">
                <a16:creationId xmlns:a16="http://schemas.microsoft.com/office/drawing/2014/main" id="{C65CF3AD-99CA-991A-9E57-72443F01C9B9}"/>
              </a:ext>
            </a:extLst>
          </p:cNvPr>
          <p:cNvSpPr>
            <a:spLocks noGrp="1"/>
          </p:cNvSpPr>
          <p:nvPr>
            <p:ph type="ftr" sz="quarter" idx="11"/>
          </p:nvPr>
        </p:nvSpPr>
        <p:spPr/>
        <p:txBody>
          <a:bodyPr/>
          <a:lstStyle/>
          <a:p>
            <a:r>
              <a:rPr lang="fr-FR"/>
              <a:t>Léo Berger - groupe 6 ou 11 ou autre (pas sûr à vérifier)</a:t>
            </a:r>
          </a:p>
        </p:txBody>
      </p:sp>
      <p:sp>
        <p:nvSpPr>
          <p:cNvPr id="7" name="Espace réservé du numéro de diapositive 6">
            <a:extLst>
              <a:ext uri="{FF2B5EF4-FFF2-40B4-BE49-F238E27FC236}">
                <a16:creationId xmlns:a16="http://schemas.microsoft.com/office/drawing/2014/main" id="{4AF09378-ADA7-C41B-0BDA-3903263A2F28}"/>
              </a:ext>
            </a:extLst>
          </p:cNvPr>
          <p:cNvSpPr>
            <a:spLocks noGrp="1"/>
          </p:cNvSpPr>
          <p:nvPr>
            <p:ph type="sldNum" sz="quarter" idx="12"/>
          </p:nvPr>
        </p:nvSpPr>
        <p:spPr/>
        <p:txBody>
          <a:bodyPr/>
          <a:lstStyle/>
          <a:p>
            <a:fld id="{F726D541-C0F8-4F80-A0C4-BAAC97EF1B88}" type="slidenum">
              <a:rPr lang="fr-FR" smtClean="0"/>
              <a:t>‹N°›</a:t>
            </a:fld>
            <a:endParaRPr lang="fr-FR"/>
          </a:p>
        </p:txBody>
      </p:sp>
    </p:spTree>
    <p:extLst>
      <p:ext uri="{BB962C8B-B14F-4D97-AF65-F5344CB8AC3E}">
        <p14:creationId xmlns:p14="http://schemas.microsoft.com/office/powerpoint/2010/main" val="11542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416EBC-2653-0135-25BF-019B56B3767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69721B86-C064-F6CB-0574-1AED4D7BE5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9B0F445-CDC7-9116-A582-E565E414D613}"/>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8BF98B05-3661-27EB-C784-857E688BEC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27E2D30-52F7-D0EC-AAE2-7010BB07A43F}"/>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9EE3E0B-A63A-51E5-F067-2FEF8309D16B}"/>
              </a:ext>
            </a:extLst>
          </p:cNvPr>
          <p:cNvSpPr>
            <a:spLocks noGrp="1"/>
          </p:cNvSpPr>
          <p:nvPr>
            <p:ph type="dt" sz="half" idx="10"/>
          </p:nvPr>
        </p:nvSpPr>
        <p:spPr/>
        <p:txBody>
          <a:bodyPr/>
          <a:lstStyle/>
          <a:p>
            <a:fld id="{B5E705F9-E5EB-4016-9738-4C800D6317A4}" type="datetime1">
              <a:rPr lang="fr-FR" smtClean="0"/>
              <a:t>04/12/2025</a:t>
            </a:fld>
            <a:endParaRPr lang="fr-FR"/>
          </a:p>
        </p:txBody>
      </p:sp>
      <p:sp>
        <p:nvSpPr>
          <p:cNvPr id="8" name="Espace réservé du pied de page 7">
            <a:extLst>
              <a:ext uri="{FF2B5EF4-FFF2-40B4-BE49-F238E27FC236}">
                <a16:creationId xmlns:a16="http://schemas.microsoft.com/office/drawing/2014/main" id="{65952D9B-E9E8-8146-C5FB-AB41D72C7A1B}"/>
              </a:ext>
            </a:extLst>
          </p:cNvPr>
          <p:cNvSpPr>
            <a:spLocks noGrp="1"/>
          </p:cNvSpPr>
          <p:nvPr>
            <p:ph type="ftr" sz="quarter" idx="11"/>
          </p:nvPr>
        </p:nvSpPr>
        <p:spPr/>
        <p:txBody>
          <a:bodyPr/>
          <a:lstStyle/>
          <a:p>
            <a:r>
              <a:rPr lang="fr-FR"/>
              <a:t>Léo Berger - groupe 6 ou 11 ou autre (pas sûr à vérifier)</a:t>
            </a:r>
          </a:p>
        </p:txBody>
      </p:sp>
      <p:sp>
        <p:nvSpPr>
          <p:cNvPr id="9" name="Espace réservé du numéro de diapositive 8">
            <a:extLst>
              <a:ext uri="{FF2B5EF4-FFF2-40B4-BE49-F238E27FC236}">
                <a16:creationId xmlns:a16="http://schemas.microsoft.com/office/drawing/2014/main" id="{9B5F5DCF-EEB7-C804-C8CF-302BA7C736C2}"/>
              </a:ext>
            </a:extLst>
          </p:cNvPr>
          <p:cNvSpPr>
            <a:spLocks noGrp="1"/>
          </p:cNvSpPr>
          <p:nvPr>
            <p:ph type="sldNum" sz="quarter" idx="12"/>
          </p:nvPr>
        </p:nvSpPr>
        <p:spPr/>
        <p:txBody>
          <a:bodyPr/>
          <a:lstStyle/>
          <a:p>
            <a:fld id="{F726D541-C0F8-4F80-A0C4-BAAC97EF1B88}" type="slidenum">
              <a:rPr lang="fr-FR" smtClean="0"/>
              <a:t>‹N°›</a:t>
            </a:fld>
            <a:endParaRPr lang="fr-FR"/>
          </a:p>
        </p:txBody>
      </p:sp>
    </p:spTree>
    <p:extLst>
      <p:ext uri="{BB962C8B-B14F-4D97-AF65-F5344CB8AC3E}">
        <p14:creationId xmlns:p14="http://schemas.microsoft.com/office/powerpoint/2010/main" val="2489309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16802D-F795-3AEF-3D74-804DB38A2C5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7BAF5137-6452-4EE1-672F-DBBBD21DA286}"/>
              </a:ext>
            </a:extLst>
          </p:cNvPr>
          <p:cNvSpPr>
            <a:spLocks noGrp="1"/>
          </p:cNvSpPr>
          <p:nvPr>
            <p:ph type="dt" sz="half" idx="10"/>
          </p:nvPr>
        </p:nvSpPr>
        <p:spPr/>
        <p:txBody>
          <a:bodyPr/>
          <a:lstStyle/>
          <a:p>
            <a:fld id="{92B42122-AC2E-4E40-959A-893BE0DD775E}" type="datetime1">
              <a:rPr lang="fr-FR" smtClean="0"/>
              <a:t>04/12/2025</a:t>
            </a:fld>
            <a:endParaRPr lang="fr-FR"/>
          </a:p>
        </p:txBody>
      </p:sp>
      <p:sp>
        <p:nvSpPr>
          <p:cNvPr id="4" name="Espace réservé du pied de page 3">
            <a:extLst>
              <a:ext uri="{FF2B5EF4-FFF2-40B4-BE49-F238E27FC236}">
                <a16:creationId xmlns:a16="http://schemas.microsoft.com/office/drawing/2014/main" id="{B5F6800C-CF5D-55B8-03E5-12BE89489E2A}"/>
              </a:ext>
            </a:extLst>
          </p:cNvPr>
          <p:cNvSpPr>
            <a:spLocks noGrp="1"/>
          </p:cNvSpPr>
          <p:nvPr>
            <p:ph type="ftr" sz="quarter" idx="11"/>
          </p:nvPr>
        </p:nvSpPr>
        <p:spPr/>
        <p:txBody>
          <a:bodyPr/>
          <a:lstStyle/>
          <a:p>
            <a:r>
              <a:rPr lang="fr-FR"/>
              <a:t>Léo Berger - groupe 6 ou 11 ou autre (pas sûr à vérifier)</a:t>
            </a:r>
          </a:p>
        </p:txBody>
      </p:sp>
      <p:sp>
        <p:nvSpPr>
          <p:cNvPr id="5" name="Espace réservé du numéro de diapositive 4">
            <a:extLst>
              <a:ext uri="{FF2B5EF4-FFF2-40B4-BE49-F238E27FC236}">
                <a16:creationId xmlns:a16="http://schemas.microsoft.com/office/drawing/2014/main" id="{DB246D9B-DB88-7B27-E7F2-6B86A12031B4}"/>
              </a:ext>
            </a:extLst>
          </p:cNvPr>
          <p:cNvSpPr>
            <a:spLocks noGrp="1"/>
          </p:cNvSpPr>
          <p:nvPr>
            <p:ph type="sldNum" sz="quarter" idx="12"/>
          </p:nvPr>
        </p:nvSpPr>
        <p:spPr/>
        <p:txBody>
          <a:bodyPr/>
          <a:lstStyle/>
          <a:p>
            <a:fld id="{F726D541-C0F8-4F80-A0C4-BAAC97EF1B88}" type="slidenum">
              <a:rPr lang="fr-FR" smtClean="0"/>
              <a:t>‹N°›</a:t>
            </a:fld>
            <a:endParaRPr lang="fr-FR"/>
          </a:p>
        </p:txBody>
      </p:sp>
    </p:spTree>
    <p:extLst>
      <p:ext uri="{BB962C8B-B14F-4D97-AF65-F5344CB8AC3E}">
        <p14:creationId xmlns:p14="http://schemas.microsoft.com/office/powerpoint/2010/main" val="2576071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BD3AFF8-122F-2750-2EF3-B5841E15B449}"/>
              </a:ext>
            </a:extLst>
          </p:cNvPr>
          <p:cNvSpPr>
            <a:spLocks noGrp="1"/>
          </p:cNvSpPr>
          <p:nvPr>
            <p:ph type="dt" sz="half" idx="10"/>
          </p:nvPr>
        </p:nvSpPr>
        <p:spPr/>
        <p:txBody>
          <a:bodyPr/>
          <a:lstStyle/>
          <a:p>
            <a:fld id="{078A2DB8-E653-4B2D-965D-5AAD415FB884}" type="datetime1">
              <a:rPr lang="fr-FR" smtClean="0"/>
              <a:t>04/12/2025</a:t>
            </a:fld>
            <a:endParaRPr lang="fr-FR"/>
          </a:p>
        </p:txBody>
      </p:sp>
      <p:sp>
        <p:nvSpPr>
          <p:cNvPr id="3" name="Espace réservé du pied de page 2">
            <a:extLst>
              <a:ext uri="{FF2B5EF4-FFF2-40B4-BE49-F238E27FC236}">
                <a16:creationId xmlns:a16="http://schemas.microsoft.com/office/drawing/2014/main" id="{FC750778-9286-D3C7-85DF-A702B6AB6A5C}"/>
              </a:ext>
            </a:extLst>
          </p:cNvPr>
          <p:cNvSpPr>
            <a:spLocks noGrp="1"/>
          </p:cNvSpPr>
          <p:nvPr>
            <p:ph type="ftr" sz="quarter" idx="11"/>
          </p:nvPr>
        </p:nvSpPr>
        <p:spPr/>
        <p:txBody>
          <a:bodyPr/>
          <a:lstStyle/>
          <a:p>
            <a:r>
              <a:rPr lang="fr-FR"/>
              <a:t>Léo Berger - groupe 6 ou 11 ou autre (pas sûr à vérifier)</a:t>
            </a:r>
          </a:p>
        </p:txBody>
      </p:sp>
      <p:sp>
        <p:nvSpPr>
          <p:cNvPr id="4" name="Espace réservé du numéro de diapositive 3">
            <a:extLst>
              <a:ext uri="{FF2B5EF4-FFF2-40B4-BE49-F238E27FC236}">
                <a16:creationId xmlns:a16="http://schemas.microsoft.com/office/drawing/2014/main" id="{4F49CD0C-C7DD-4FB2-2789-810C037ACDD5}"/>
              </a:ext>
            </a:extLst>
          </p:cNvPr>
          <p:cNvSpPr>
            <a:spLocks noGrp="1"/>
          </p:cNvSpPr>
          <p:nvPr>
            <p:ph type="sldNum" sz="quarter" idx="12"/>
          </p:nvPr>
        </p:nvSpPr>
        <p:spPr/>
        <p:txBody>
          <a:bodyPr/>
          <a:lstStyle/>
          <a:p>
            <a:fld id="{F726D541-C0F8-4F80-A0C4-BAAC97EF1B88}" type="slidenum">
              <a:rPr lang="fr-FR" smtClean="0"/>
              <a:t>‹N°›</a:t>
            </a:fld>
            <a:endParaRPr lang="fr-FR"/>
          </a:p>
        </p:txBody>
      </p:sp>
    </p:spTree>
    <p:extLst>
      <p:ext uri="{BB962C8B-B14F-4D97-AF65-F5344CB8AC3E}">
        <p14:creationId xmlns:p14="http://schemas.microsoft.com/office/powerpoint/2010/main" val="4200342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F15FB4-24F7-5D14-BD89-2CB96985DD3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50A3EF7-0A8D-18CA-104D-7629FDB6DB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FFE7AA4-6DC7-91EA-96B9-0E130933D7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E871CD5-2ADE-B3CB-795E-D27F45E0535B}"/>
              </a:ext>
            </a:extLst>
          </p:cNvPr>
          <p:cNvSpPr>
            <a:spLocks noGrp="1"/>
          </p:cNvSpPr>
          <p:nvPr>
            <p:ph type="dt" sz="half" idx="10"/>
          </p:nvPr>
        </p:nvSpPr>
        <p:spPr/>
        <p:txBody>
          <a:bodyPr/>
          <a:lstStyle/>
          <a:p>
            <a:fld id="{CED3DFF1-6887-4718-93A5-90B048254B37}" type="datetime1">
              <a:rPr lang="fr-FR" smtClean="0"/>
              <a:t>04/12/2025</a:t>
            </a:fld>
            <a:endParaRPr lang="fr-FR"/>
          </a:p>
        </p:txBody>
      </p:sp>
      <p:sp>
        <p:nvSpPr>
          <p:cNvPr id="6" name="Espace réservé du pied de page 5">
            <a:extLst>
              <a:ext uri="{FF2B5EF4-FFF2-40B4-BE49-F238E27FC236}">
                <a16:creationId xmlns:a16="http://schemas.microsoft.com/office/drawing/2014/main" id="{122EE630-16F1-9378-66DF-71CBBD3BE55B}"/>
              </a:ext>
            </a:extLst>
          </p:cNvPr>
          <p:cNvSpPr>
            <a:spLocks noGrp="1"/>
          </p:cNvSpPr>
          <p:nvPr>
            <p:ph type="ftr" sz="quarter" idx="11"/>
          </p:nvPr>
        </p:nvSpPr>
        <p:spPr/>
        <p:txBody>
          <a:bodyPr/>
          <a:lstStyle/>
          <a:p>
            <a:r>
              <a:rPr lang="fr-FR"/>
              <a:t>Léo Berger - groupe 6 ou 11 ou autre (pas sûr à vérifier)</a:t>
            </a:r>
          </a:p>
        </p:txBody>
      </p:sp>
      <p:sp>
        <p:nvSpPr>
          <p:cNvPr id="7" name="Espace réservé du numéro de diapositive 6">
            <a:extLst>
              <a:ext uri="{FF2B5EF4-FFF2-40B4-BE49-F238E27FC236}">
                <a16:creationId xmlns:a16="http://schemas.microsoft.com/office/drawing/2014/main" id="{3146660C-DB1D-B1D9-C421-DBBA2E885F83}"/>
              </a:ext>
            </a:extLst>
          </p:cNvPr>
          <p:cNvSpPr>
            <a:spLocks noGrp="1"/>
          </p:cNvSpPr>
          <p:nvPr>
            <p:ph type="sldNum" sz="quarter" idx="12"/>
          </p:nvPr>
        </p:nvSpPr>
        <p:spPr/>
        <p:txBody>
          <a:bodyPr/>
          <a:lstStyle/>
          <a:p>
            <a:fld id="{F726D541-C0F8-4F80-A0C4-BAAC97EF1B88}" type="slidenum">
              <a:rPr lang="fr-FR" smtClean="0"/>
              <a:t>‹N°›</a:t>
            </a:fld>
            <a:endParaRPr lang="fr-FR"/>
          </a:p>
        </p:txBody>
      </p:sp>
    </p:spTree>
    <p:extLst>
      <p:ext uri="{BB962C8B-B14F-4D97-AF65-F5344CB8AC3E}">
        <p14:creationId xmlns:p14="http://schemas.microsoft.com/office/powerpoint/2010/main" val="359233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3A44B4-B185-6A3D-3B98-BA1E719FF4E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033735B1-F79D-BBC7-D85C-48A6F6676F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4FF815E-5989-D42C-5192-AAF826AB0D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A7592ED-6B34-E982-31FB-33151EE96A64}"/>
              </a:ext>
            </a:extLst>
          </p:cNvPr>
          <p:cNvSpPr>
            <a:spLocks noGrp="1"/>
          </p:cNvSpPr>
          <p:nvPr>
            <p:ph type="dt" sz="half" idx="10"/>
          </p:nvPr>
        </p:nvSpPr>
        <p:spPr/>
        <p:txBody>
          <a:bodyPr/>
          <a:lstStyle/>
          <a:p>
            <a:fld id="{932B2373-D72A-41BF-99FE-8982FBB4045A}" type="datetime1">
              <a:rPr lang="fr-FR" smtClean="0"/>
              <a:t>04/12/2025</a:t>
            </a:fld>
            <a:endParaRPr lang="fr-FR"/>
          </a:p>
        </p:txBody>
      </p:sp>
      <p:sp>
        <p:nvSpPr>
          <p:cNvPr id="6" name="Espace réservé du pied de page 5">
            <a:extLst>
              <a:ext uri="{FF2B5EF4-FFF2-40B4-BE49-F238E27FC236}">
                <a16:creationId xmlns:a16="http://schemas.microsoft.com/office/drawing/2014/main" id="{F49EC0D5-468D-E54F-BA9A-85F167F426AC}"/>
              </a:ext>
            </a:extLst>
          </p:cNvPr>
          <p:cNvSpPr>
            <a:spLocks noGrp="1"/>
          </p:cNvSpPr>
          <p:nvPr>
            <p:ph type="ftr" sz="quarter" idx="11"/>
          </p:nvPr>
        </p:nvSpPr>
        <p:spPr/>
        <p:txBody>
          <a:bodyPr/>
          <a:lstStyle/>
          <a:p>
            <a:r>
              <a:rPr lang="fr-FR"/>
              <a:t>Léo Berger - groupe 6 ou 11 ou autre (pas sûr à vérifier)</a:t>
            </a:r>
          </a:p>
        </p:txBody>
      </p:sp>
      <p:sp>
        <p:nvSpPr>
          <p:cNvPr id="7" name="Espace réservé du numéro de diapositive 6">
            <a:extLst>
              <a:ext uri="{FF2B5EF4-FFF2-40B4-BE49-F238E27FC236}">
                <a16:creationId xmlns:a16="http://schemas.microsoft.com/office/drawing/2014/main" id="{D73D1368-5B40-1640-8B98-7CDD0DB4FB94}"/>
              </a:ext>
            </a:extLst>
          </p:cNvPr>
          <p:cNvSpPr>
            <a:spLocks noGrp="1"/>
          </p:cNvSpPr>
          <p:nvPr>
            <p:ph type="sldNum" sz="quarter" idx="12"/>
          </p:nvPr>
        </p:nvSpPr>
        <p:spPr/>
        <p:txBody>
          <a:bodyPr/>
          <a:lstStyle/>
          <a:p>
            <a:fld id="{F726D541-C0F8-4F80-A0C4-BAAC97EF1B88}" type="slidenum">
              <a:rPr lang="fr-FR" smtClean="0"/>
              <a:t>‹N°›</a:t>
            </a:fld>
            <a:endParaRPr lang="fr-FR"/>
          </a:p>
        </p:txBody>
      </p:sp>
    </p:spTree>
    <p:extLst>
      <p:ext uri="{BB962C8B-B14F-4D97-AF65-F5344CB8AC3E}">
        <p14:creationId xmlns:p14="http://schemas.microsoft.com/office/powerpoint/2010/main" val="3421381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EF0015-3D41-6FD7-6A03-0421DDFEBE7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8D79CA17-1E14-2541-4A70-D0025B2BAAE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46D1841-08A9-F955-52FB-274CCA8FB136}"/>
              </a:ext>
            </a:extLst>
          </p:cNvPr>
          <p:cNvSpPr>
            <a:spLocks noGrp="1"/>
          </p:cNvSpPr>
          <p:nvPr>
            <p:ph type="dt" sz="half" idx="10"/>
          </p:nvPr>
        </p:nvSpPr>
        <p:spPr/>
        <p:txBody>
          <a:bodyPr/>
          <a:lstStyle/>
          <a:p>
            <a:fld id="{BE4A8E2F-2632-4ED9-B722-E78160C9EE1A}" type="datetime1">
              <a:rPr lang="fr-FR" smtClean="0"/>
              <a:t>04/12/2025</a:t>
            </a:fld>
            <a:endParaRPr lang="fr-FR"/>
          </a:p>
        </p:txBody>
      </p:sp>
      <p:sp>
        <p:nvSpPr>
          <p:cNvPr id="5" name="Espace réservé du pied de page 4">
            <a:extLst>
              <a:ext uri="{FF2B5EF4-FFF2-40B4-BE49-F238E27FC236}">
                <a16:creationId xmlns:a16="http://schemas.microsoft.com/office/drawing/2014/main" id="{0B8F3EB9-34F9-E190-2AB0-41F7DEA2BC4E}"/>
              </a:ext>
            </a:extLst>
          </p:cNvPr>
          <p:cNvSpPr>
            <a:spLocks noGrp="1"/>
          </p:cNvSpPr>
          <p:nvPr>
            <p:ph type="ftr" sz="quarter" idx="11"/>
          </p:nvPr>
        </p:nvSpPr>
        <p:spPr/>
        <p:txBody>
          <a:bodyPr/>
          <a:lstStyle/>
          <a:p>
            <a:r>
              <a:rPr lang="fr-FR"/>
              <a:t>Léo Berger - groupe 6 ou 11 ou autre (pas sûr à vérifier)</a:t>
            </a:r>
          </a:p>
        </p:txBody>
      </p:sp>
      <p:sp>
        <p:nvSpPr>
          <p:cNvPr id="6" name="Espace réservé du numéro de diapositive 5">
            <a:extLst>
              <a:ext uri="{FF2B5EF4-FFF2-40B4-BE49-F238E27FC236}">
                <a16:creationId xmlns:a16="http://schemas.microsoft.com/office/drawing/2014/main" id="{F00C6206-EA02-7336-6C3E-342F3210210F}"/>
              </a:ext>
            </a:extLst>
          </p:cNvPr>
          <p:cNvSpPr>
            <a:spLocks noGrp="1"/>
          </p:cNvSpPr>
          <p:nvPr>
            <p:ph type="sldNum" sz="quarter" idx="12"/>
          </p:nvPr>
        </p:nvSpPr>
        <p:spPr/>
        <p:txBody>
          <a:bodyPr/>
          <a:lstStyle/>
          <a:p>
            <a:fld id="{F726D541-C0F8-4F80-A0C4-BAAC97EF1B88}" type="slidenum">
              <a:rPr lang="fr-FR" smtClean="0"/>
              <a:t>‹N°›</a:t>
            </a:fld>
            <a:endParaRPr lang="fr-FR"/>
          </a:p>
        </p:txBody>
      </p:sp>
    </p:spTree>
    <p:extLst>
      <p:ext uri="{BB962C8B-B14F-4D97-AF65-F5344CB8AC3E}">
        <p14:creationId xmlns:p14="http://schemas.microsoft.com/office/powerpoint/2010/main" val="1741029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D812EB9-8B81-B80E-3025-5345665AE84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8880A452-25FC-DF26-E9D0-0A2B91716045}"/>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227F72B-A458-E62A-33AB-E1C8A7160719}"/>
              </a:ext>
            </a:extLst>
          </p:cNvPr>
          <p:cNvSpPr>
            <a:spLocks noGrp="1"/>
          </p:cNvSpPr>
          <p:nvPr>
            <p:ph type="dt" sz="half" idx="10"/>
          </p:nvPr>
        </p:nvSpPr>
        <p:spPr/>
        <p:txBody>
          <a:bodyPr/>
          <a:lstStyle/>
          <a:p>
            <a:fld id="{8FA78B1D-7BAF-4927-A20E-D05E2CAF855C}" type="datetime1">
              <a:rPr lang="fr-FR" smtClean="0"/>
              <a:t>04/12/2025</a:t>
            </a:fld>
            <a:endParaRPr lang="fr-FR"/>
          </a:p>
        </p:txBody>
      </p:sp>
      <p:sp>
        <p:nvSpPr>
          <p:cNvPr id="5" name="Espace réservé du pied de page 4">
            <a:extLst>
              <a:ext uri="{FF2B5EF4-FFF2-40B4-BE49-F238E27FC236}">
                <a16:creationId xmlns:a16="http://schemas.microsoft.com/office/drawing/2014/main" id="{F44E260E-F58D-88A1-32B7-127AB8FF3D08}"/>
              </a:ext>
            </a:extLst>
          </p:cNvPr>
          <p:cNvSpPr>
            <a:spLocks noGrp="1"/>
          </p:cNvSpPr>
          <p:nvPr>
            <p:ph type="ftr" sz="quarter" idx="11"/>
          </p:nvPr>
        </p:nvSpPr>
        <p:spPr/>
        <p:txBody>
          <a:bodyPr/>
          <a:lstStyle/>
          <a:p>
            <a:r>
              <a:rPr lang="fr-FR"/>
              <a:t>Léo Berger - groupe 6 ou 11 ou autre (pas sûr à vérifier)</a:t>
            </a:r>
          </a:p>
        </p:txBody>
      </p:sp>
      <p:sp>
        <p:nvSpPr>
          <p:cNvPr id="6" name="Espace réservé du numéro de diapositive 5">
            <a:extLst>
              <a:ext uri="{FF2B5EF4-FFF2-40B4-BE49-F238E27FC236}">
                <a16:creationId xmlns:a16="http://schemas.microsoft.com/office/drawing/2014/main" id="{638272BF-4D2C-B866-CD83-41D2B7CCD6F4}"/>
              </a:ext>
            </a:extLst>
          </p:cNvPr>
          <p:cNvSpPr>
            <a:spLocks noGrp="1"/>
          </p:cNvSpPr>
          <p:nvPr>
            <p:ph type="sldNum" sz="quarter" idx="12"/>
          </p:nvPr>
        </p:nvSpPr>
        <p:spPr/>
        <p:txBody>
          <a:bodyPr/>
          <a:lstStyle/>
          <a:p>
            <a:fld id="{F726D541-C0F8-4F80-A0C4-BAAC97EF1B88}" type="slidenum">
              <a:rPr lang="fr-FR" smtClean="0"/>
              <a:t>‹N°›</a:t>
            </a:fld>
            <a:endParaRPr lang="fr-FR"/>
          </a:p>
        </p:txBody>
      </p:sp>
    </p:spTree>
    <p:extLst>
      <p:ext uri="{BB962C8B-B14F-4D97-AF65-F5344CB8AC3E}">
        <p14:creationId xmlns:p14="http://schemas.microsoft.com/office/powerpoint/2010/main" val="354868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1475FCA-11B5-B60E-5ED3-60BF3C4964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9AAAC6F-0EE4-8CB1-3A10-4A83B77751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17256EA-A70F-4A5B-3CC7-744236017B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D2BF568-D6C7-4944-9E0C-50F22FA537FF}" type="datetime1">
              <a:rPr lang="fr-FR" smtClean="0"/>
              <a:t>04/12/2025</a:t>
            </a:fld>
            <a:endParaRPr lang="fr-FR"/>
          </a:p>
        </p:txBody>
      </p:sp>
      <p:sp>
        <p:nvSpPr>
          <p:cNvPr id="5" name="Espace réservé du pied de page 4">
            <a:extLst>
              <a:ext uri="{FF2B5EF4-FFF2-40B4-BE49-F238E27FC236}">
                <a16:creationId xmlns:a16="http://schemas.microsoft.com/office/drawing/2014/main" id="{471575BF-024D-6C63-1F7D-69021B7F3F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fr-FR"/>
              <a:t>Léo Berger - groupe 6 ou 11 ou autre (pas sûr à vérifier)</a:t>
            </a:r>
          </a:p>
        </p:txBody>
      </p:sp>
      <p:sp>
        <p:nvSpPr>
          <p:cNvPr id="6" name="Espace réservé du numéro de diapositive 5">
            <a:extLst>
              <a:ext uri="{FF2B5EF4-FFF2-40B4-BE49-F238E27FC236}">
                <a16:creationId xmlns:a16="http://schemas.microsoft.com/office/drawing/2014/main" id="{4CBAB671-38F6-2A94-41B7-1F9F84C2FE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26D541-C0F8-4F80-A0C4-BAAC97EF1B88}" type="slidenum">
              <a:rPr lang="fr-FR" smtClean="0"/>
              <a:t>‹N°›</a:t>
            </a:fld>
            <a:endParaRPr lang="fr-FR"/>
          </a:p>
        </p:txBody>
      </p:sp>
    </p:spTree>
    <p:extLst>
      <p:ext uri="{BB962C8B-B14F-4D97-AF65-F5344CB8AC3E}">
        <p14:creationId xmlns:p14="http://schemas.microsoft.com/office/powerpoint/2010/main" val="3869221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A93693-E5D0-018E-85CA-709914F00664}"/>
              </a:ext>
            </a:extLst>
          </p:cNvPr>
          <p:cNvSpPr>
            <a:spLocks noGrp="1"/>
          </p:cNvSpPr>
          <p:nvPr>
            <p:ph type="ctrTitle"/>
          </p:nvPr>
        </p:nvSpPr>
        <p:spPr/>
        <p:txBody>
          <a:bodyPr/>
          <a:lstStyle/>
          <a:p>
            <a:r>
              <a:rPr lang="fr-FR" dirty="0"/>
              <a:t>HAI716I – POA/SMA</a:t>
            </a:r>
          </a:p>
        </p:txBody>
      </p:sp>
      <p:sp>
        <p:nvSpPr>
          <p:cNvPr id="3" name="Sous-titre 2">
            <a:extLst>
              <a:ext uri="{FF2B5EF4-FFF2-40B4-BE49-F238E27FC236}">
                <a16:creationId xmlns:a16="http://schemas.microsoft.com/office/drawing/2014/main" id="{6AFC91F0-6FA5-4DA0-76FB-5E5D3F7C4BEA}"/>
              </a:ext>
            </a:extLst>
          </p:cNvPr>
          <p:cNvSpPr>
            <a:spLocks noGrp="1"/>
          </p:cNvSpPr>
          <p:nvPr>
            <p:ph type="subTitle" idx="1"/>
          </p:nvPr>
        </p:nvSpPr>
        <p:spPr/>
        <p:txBody>
          <a:bodyPr/>
          <a:lstStyle/>
          <a:p>
            <a:r>
              <a:rPr lang="fr-FR" dirty="0"/>
              <a:t>Présentation du Projet </a:t>
            </a:r>
            <a:r>
              <a:rPr lang="fr-FR" dirty="0" err="1"/>
              <a:t>Overcooked</a:t>
            </a:r>
            <a:r>
              <a:rPr lang="fr-FR" dirty="0"/>
              <a:t> en multi-agent</a:t>
            </a:r>
          </a:p>
        </p:txBody>
      </p:sp>
      <p:sp>
        <p:nvSpPr>
          <p:cNvPr id="4" name="Espace réservé du pied de page 3">
            <a:extLst>
              <a:ext uri="{FF2B5EF4-FFF2-40B4-BE49-F238E27FC236}">
                <a16:creationId xmlns:a16="http://schemas.microsoft.com/office/drawing/2014/main" id="{DBF83B93-7B2C-20A8-1487-D30DB9130AC1}"/>
              </a:ext>
            </a:extLst>
          </p:cNvPr>
          <p:cNvSpPr>
            <a:spLocks noGrp="1"/>
          </p:cNvSpPr>
          <p:nvPr>
            <p:ph type="ftr" sz="quarter" idx="11"/>
          </p:nvPr>
        </p:nvSpPr>
        <p:spPr/>
        <p:txBody>
          <a:bodyPr/>
          <a:lstStyle/>
          <a:p>
            <a:r>
              <a:rPr lang="fr-FR"/>
              <a:t>Léo Berger - groupe 6 ou 11 ou autre (pas sûr à vérifier)</a:t>
            </a:r>
            <a:endParaRPr lang="fr-FR" dirty="0"/>
          </a:p>
        </p:txBody>
      </p:sp>
    </p:spTree>
    <p:extLst>
      <p:ext uri="{BB962C8B-B14F-4D97-AF65-F5344CB8AC3E}">
        <p14:creationId xmlns:p14="http://schemas.microsoft.com/office/powerpoint/2010/main" val="3063857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554408-B52B-EB85-A5FE-8F59C3C25CF2}"/>
              </a:ext>
            </a:extLst>
          </p:cNvPr>
          <p:cNvSpPr>
            <a:spLocks noGrp="1"/>
          </p:cNvSpPr>
          <p:nvPr>
            <p:ph type="title"/>
          </p:nvPr>
        </p:nvSpPr>
        <p:spPr/>
        <p:txBody>
          <a:bodyPr/>
          <a:lstStyle/>
          <a:p>
            <a:r>
              <a:rPr lang="fr-FR" dirty="0"/>
              <a:t>Système Multi-Agents</a:t>
            </a:r>
          </a:p>
        </p:txBody>
      </p:sp>
      <p:sp>
        <p:nvSpPr>
          <p:cNvPr id="3" name="Espace réservé du contenu 2">
            <a:extLst>
              <a:ext uri="{FF2B5EF4-FFF2-40B4-BE49-F238E27FC236}">
                <a16:creationId xmlns:a16="http://schemas.microsoft.com/office/drawing/2014/main" id="{6AFA6D50-1A72-DED4-4CF6-D6A994215F4E}"/>
              </a:ext>
            </a:extLst>
          </p:cNvPr>
          <p:cNvSpPr>
            <a:spLocks noGrp="1"/>
          </p:cNvSpPr>
          <p:nvPr>
            <p:ph idx="1"/>
          </p:nvPr>
        </p:nvSpPr>
        <p:spPr/>
        <p:txBody>
          <a:bodyPr/>
          <a:lstStyle/>
          <a:p>
            <a:pPr>
              <a:buFontTx/>
              <a:buChar char="-"/>
            </a:pPr>
            <a:r>
              <a:rPr lang="fr-FR" dirty="0"/>
              <a:t>Objectif choisi : </a:t>
            </a:r>
          </a:p>
          <a:p>
            <a:pPr marL="457200" lvl="1" indent="0">
              <a:buNone/>
            </a:pPr>
            <a:r>
              <a:rPr lang="fr-FR" dirty="0"/>
              <a:t>Coopération</a:t>
            </a:r>
          </a:p>
          <a:p>
            <a:pPr>
              <a:buFontTx/>
              <a:buChar char="-"/>
            </a:pPr>
            <a:r>
              <a:rPr lang="fr-FR" dirty="0"/>
              <a:t>Métrique de performance face au Single Agent : </a:t>
            </a:r>
          </a:p>
          <a:p>
            <a:pPr marL="457200" lvl="1" indent="0">
              <a:buNone/>
            </a:pPr>
            <a:r>
              <a:rPr lang="fr-FR" dirty="0"/>
              <a:t>Score effectué en un temps imparti sur 2 parties avec </a:t>
            </a:r>
            <a:r>
              <a:rPr lang="fr-FR" dirty="0" err="1"/>
              <a:t>seed</a:t>
            </a:r>
            <a:r>
              <a:rPr lang="fr-FR" dirty="0"/>
              <a:t> identique</a:t>
            </a:r>
          </a:p>
        </p:txBody>
      </p:sp>
      <p:sp>
        <p:nvSpPr>
          <p:cNvPr id="4" name="Espace réservé du pied de page 3">
            <a:extLst>
              <a:ext uri="{FF2B5EF4-FFF2-40B4-BE49-F238E27FC236}">
                <a16:creationId xmlns:a16="http://schemas.microsoft.com/office/drawing/2014/main" id="{AAE6FC0A-D546-33C8-F8F5-3149874EA998}"/>
              </a:ext>
            </a:extLst>
          </p:cNvPr>
          <p:cNvSpPr>
            <a:spLocks noGrp="1"/>
          </p:cNvSpPr>
          <p:nvPr>
            <p:ph type="ftr" sz="quarter" idx="11"/>
          </p:nvPr>
        </p:nvSpPr>
        <p:spPr/>
        <p:txBody>
          <a:bodyPr/>
          <a:lstStyle/>
          <a:p>
            <a:r>
              <a:rPr lang="fr-FR"/>
              <a:t>Léo Berger - groupe 6 ou 11 ou autre (pas sûr à vérifier)</a:t>
            </a:r>
          </a:p>
        </p:txBody>
      </p:sp>
    </p:spTree>
    <p:extLst>
      <p:ext uri="{BB962C8B-B14F-4D97-AF65-F5344CB8AC3E}">
        <p14:creationId xmlns:p14="http://schemas.microsoft.com/office/powerpoint/2010/main" val="2749007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A32EB4-F651-E148-B6B1-22E90DF493DB}"/>
              </a:ext>
            </a:extLst>
          </p:cNvPr>
          <p:cNvSpPr>
            <a:spLocks noGrp="1"/>
          </p:cNvSpPr>
          <p:nvPr>
            <p:ph type="title"/>
          </p:nvPr>
        </p:nvSpPr>
        <p:spPr/>
        <p:txBody>
          <a:bodyPr/>
          <a:lstStyle/>
          <a:p>
            <a:r>
              <a:rPr lang="fr-FR" dirty="0"/>
              <a:t>Stratégie </a:t>
            </a:r>
          </a:p>
        </p:txBody>
      </p:sp>
      <p:sp>
        <p:nvSpPr>
          <p:cNvPr id="3" name="Espace réservé du contenu 2">
            <a:extLst>
              <a:ext uri="{FF2B5EF4-FFF2-40B4-BE49-F238E27FC236}">
                <a16:creationId xmlns:a16="http://schemas.microsoft.com/office/drawing/2014/main" id="{73B6966B-4031-47A0-C452-66735F47DDC2}"/>
              </a:ext>
            </a:extLst>
          </p:cNvPr>
          <p:cNvSpPr>
            <a:spLocks noGrp="1"/>
          </p:cNvSpPr>
          <p:nvPr>
            <p:ph idx="1"/>
          </p:nvPr>
        </p:nvSpPr>
        <p:spPr/>
        <p:txBody>
          <a:bodyPr>
            <a:normAutofit fontScale="92500" lnSpcReduction="10000"/>
          </a:bodyPr>
          <a:lstStyle/>
          <a:p>
            <a:r>
              <a:rPr lang="fr-FR" dirty="0"/>
              <a:t>Commandes générées aléatoirement par le main</a:t>
            </a:r>
          </a:p>
          <a:p>
            <a:r>
              <a:rPr lang="fr-FR" dirty="0"/>
              <a:t>Les agents récupèrent une commande sur laquelle travailler en demandant à l’état du monde créant un nouveau Black </a:t>
            </a:r>
            <a:r>
              <a:rPr lang="fr-FR" dirty="0" err="1"/>
              <a:t>Board</a:t>
            </a:r>
            <a:r>
              <a:rPr lang="fr-FR" dirty="0"/>
              <a:t> pour chaque nouvelle commande</a:t>
            </a:r>
          </a:p>
          <a:p>
            <a:r>
              <a:rPr lang="fr-FR" dirty="0"/>
              <a:t>Une fois un Black </a:t>
            </a:r>
            <a:r>
              <a:rPr lang="fr-FR" dirty="0" err="1"/>
              <a:t>Board</a:t>
            </a:r>
            <a:r>
              <a:rPr lang="fr-FR" dirty="0"/>
              <a:t> acquis, un agent va récupérer l’ingrédient suivant de la recette et le transformer dans l’état désiré ou récupérer l’assiette contenant une partie de la commande pour y ajouter les ingrédients prêts qui sont stockés en attente dans le monde</a:t>
            </a:r>
          </a:p>
          <a:p>
            <a:r>
              <a:rPr lang="fr-FR" dirty="0"/>
              <a:t>Quand un agent a terminé avec un ingrédient, soit il l’ajoute à l’assiette s’il s’agit de l’ingrédient suivant, soit il va le stocker en attendant et va récupérer une nouvelle tache entre temps</a:t>
            </a:r>
          </a:p>
        </p:txBody>
      </p:sp>
      <p:sp>
        <p:nvSpPr>
          <p:cNvPr id="4" name="Espace réservé du pied de page 3">
            <a:extLst>
              <a:ext uri="{FF2B5EF4-FFF2-40B4-BE49-F238E27FC236}">
                <a16:creationId xmlns:a16="http://schemas.microsoft.com/office/drawing/2014/main" id="{B7706326-6433-DA39-B1D2-2D30D6C7BD24}"/>
              </a:ext>
            </a:extLst>
          </p:cNvPr>
          <p:cNvSpPr>
            <a:spLocks noGrp="1"/>
          </p:cNvSpPr>
          <p:nvPr>
            <p:ph type="ftr" sz="quarter" idx="11"/>
          </p:nvPr>
        </p:nvSpPr>
        <p:spPr/>
        <p:txBody>
          <a:bodyPr/>
          <a:lstStyle/>
          <a:p>
            <a:r>
              <a:rPr lang="fr-FR"/>
              <a:t>Léo Berger - groupe 6 ou 11 ou autre (pas sûr à vérifier)</a:t>
            </a:r>
          </a:p>
        </p:txBody>
      </p:sp>
    </p:spTree>
    <p:extLst>
      <p:ext uri="{BB962C8B-B14F-4D97-AF65-F5344CB8AC3E}">
        <p14:creationId xmlns:p14="http://schemas.microsoft.com/office/powerpoint/2010/main" val="1714673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C3F30E-7FA9-EF16-1BF3-5096650DC0F8}"/>
              </a:ext>
            </a:extLst>
          </p:cNvPr>
          <p:cNvSpPr>
            <a:spLocks noGrp="1"/>
          </p:cNvSpPr>
          <p:nvPr>
            <p:ph type="title"/>
          </p:nvPr>
        </p:nvSpPr>
        <p:spPr/>
        <p:txBody>
          <a:bodyPr/>
          <a:lstStyle/>
          <a:p>
            <a:r>
              <a:rPr lang="fr-FR" dirty="0"/>
              <a:t>Sélection de la commande à donner à un agent</a:t>
            </a:r>
          </a:p>
        </p:txBody>
      </p:sp>
      <p:sp>
        <p:nvSpPr>
          <p:cNvPr id="3" name="Espace réservé du contenu 2">
            <a:extLst>
              <a:ext uri="{FF2B5EF4-FFF2-40B4-BE49-F238E27FC236}">
                <a16:creationId xmlns:a16="http://schemas.microsoft.com/office/drawing/2014/main" id="{737C8626-0DCF-89E4-33D1-7CF190CB5F76}"/>
              </a:ext>
            </a:extLst>
          </p:cNvPr>
          <p:cNvSpPr>
            <a:spLocks noGrp="1"/>
          </p:cNvSpPr>
          <p:nvPr>
            <p:ph idx="1"/>
          </p:nvPr>
        </p:nvSpPr>
        <p:spPr/>
        <p:txBody>
          <a:bodyPr>
            <a:normAutofit fontScale="92500" lnSpcReduction="20000"/>
          </a:bodyPr>
          <a:lstStyle/>
          <a:p>
            <a:r>
              <a:rPr lang="fr-FR" dirty="0"/>
              <a:t>La sélection s’effectue dans l’état du monde</a:t>
            </a:r>
          </a:p>
          <a:p>
            <a:r>
              <a:rPr lang="fr-FR" dirty="0"/>
              <a:t>Calcule le ratio du nombre d’ingrédients restants de chaque commande sur le temps de la commande et donne à l’agent la commande au ratio le plus grands</a:t>
            </a:r>
          </a:p>
          <a:p>
            <a:r>
              <a:rPr lang="fr-FR" dirty="0"/>
              <a:t>Si le nombre de comptoirs libres est inférieur au nombre d’ingrédients – 1 (au moins un ne sera jamais dans un comptoir ou directement ajouté dans une assiette) d’une nouvelle commande, alors celle-ci ne pourra pas être attribuée à un agent afin qu’il ne puisse pas y avoir d’éventuel blocage</a:t>
            </a:r>
          </a:p>
          <a:p>
            <a:r>
              <a:rPr lang="fr-FR" dirty="0"/>
              <a:t>Pour s’assurer que les commandes ne soient pas abandonnées en cours une fois qu’elles n’ont presque plus d’ingrédients restant, au moins un agent restera toujours sur chaque commande jusqu’à que celle-ci </a:t>
            </a:r>
            <a:r>
              <a:rPr lang="fr-FR"/>
              <a:t>soit livrée</a:t>
            </a:r>
            <a:endParaRPr lang="fr-FR" dirty="0"/>
          </a:p>
        </p:txBody>
      </p:sp>
      <p:sp>
        <p:nvSpPr>
          <p:cNvPr id="4" name="Espace réservé du pied de page 3">
            <a:extLst>
              <a:ext uri="{FF2B5EF4-FFF2-40B4-BE49-F238E27FC236}">
                <a16:creationId xmlns:a16="http://schemas.microsoft.com/office/drawing/2014/main" id="{CC7185D1-9AC2-5FA0-3827-51AFC378F81C}"/>
              </a:ext>
            </a:extLst>
          </p:cNvPr>
          <p:cNvSpPr>
            <a:spLocks noGrp="1"/>
          </p:cNvSpPr>
          <p:nvPr>
            <p:ph type="ftr" sz="quarter" idx="11"/>
          </p:nvPr>
        </p:nvSpPr>
        <p:spPr/>
        <p:txBody>
          <a:bodyPr/>
          <a:lstStyle/>
          <a:p>
            <a:r>
              <a:rPr lang="fr-FR"/>
              <a:t>Léo Berger - groupe 6 ou 11 ou autre (pas sûr à vérifier)</a:t>
            </a:r>
          </a:p>
        </p:txBody>
      </p:sp>
    </p:spTree>
    <p:extLst>
      <p:ext uri="{BB962C8B-B14F-4D97-AF65-F5344CB8AC3E}">
        <p14:creationId xmlns:p14="http://schemas.microsoft.com/office/powerpoint/2010/main" val="3186717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C52776-B9B0-5BE6-AA32-4061A799118D}"/>
              </a:ext>
            </a:extLst>
          </p:cNvPr>
          <p:cNvSpPr>
            <a:spLocks noGrp="1"/>
          </p:cNvSpPr>
          <p:nvPr>
            <p:ph type="title"/>
          </p:nvPr>
        </p:nvSpPr>
        <p:spPr/>
        <p:txBody>
          <a:bodyPr/>
          <a:lstStyle/>
          <a:p>
            <a:r>
              <a:rPr lang="fr-FR" dirty="0"/>
              <a:t>Etats des agents</a:t>
            </a:r>
          </a:p>
        </p:txBody>
      </p:sp>
      <p:sp>
        <p:nvSpPr>
          <p:cNvPr id="3" name="Espace réservé du contenu 2">
            <a:extLst>
              <a:ext uri="{FF2B5EF4-FFF2-40B4-BE49-F238E27FC236}">
                <a16:creationId xmlns:a16="http://schemas.microsoft.com/office/drawing/2014/main" id="{726CFD2D-7D09-3D0D-B2D0-D1145CDA7855}"/>
              </a:ext>
            </a:extLst>
          </p:cNvPr>
          <p:cNvSpPr>
            <a:spLocks noGrp="1"/>
          </p:cNvSpPr>
          <p:nvPr>
            <p:ph idx="1"/>
          </p:nvPr>
        </p:nvSpPr>
        <p:spPr/>
        <p:txBody>
          <a:bodyPr/>
          <a:lstStyle/>
          <a:p>
            <a:r>
              <a:rPr lang="fr-FR" b="1" dirty="0"/>
              <a:t>IDLE</a:t>
            </a:r>
            <a:r>
              <a:rPr lang="fr-FR" dirty="0"/>
              <a:t> : Représente le fait qu’un agent n’a rien à faire. Un agent IDLE demandera une tache à l’état du monde et ne </a:t>
            </a:r>
            <a:r>
              <a:rPr lang="fr-FR" dirty="0" err="1"/>
              <a:t>fairas</a:t>
            </a:r>
            <a:r>
              <a:rPr lang="fr-FR" dirty="0"/>
              <a:t> rien tant qu’il n’en aura pas obtenu</a:t>
            </a:r>
          </a:p>
          <a:p>
            <a:r>
              <a:rPr lang="fr-FR" b="1" dirty="0"/>
              <a:t>MOVING</a:t>
            </a:r>
            <a:r>
              <a:rPr lang="fr-FR" dirty="0"/>
              <a:t> : Représente le fait qu’un agent se déplace. Un agent passera dans cet état chaque fois qu’il doit se déplacer</a:t>
            </a:r>
          </a:p>
          <a:p>
            <a:r>
              <a:rPr lang="fr-FR" b="1" dirty="0"/>
              <a:t>INTERACTING</a:t>
            </a:r>
            <a:r>
              <a:rPr lang="fr-FR" dirty="0"/>
              <a:t> : Représente le fait qu’un agent interagisse avec ce qui l’entoure. Un agent passera dans cet état chaque fois qu’il fait une action. Détermine la majorité des actions possibles.</a:t>
            </a:r>
          </a:p>
        </p:txBody>
      </p:sp>
      <p:sp>
        <p:nvSpPr>
          <p:cNvPr id="4" name="Espace réservé du pied de page 3">
            <a:extLst>
              <a:ext uri="{FF2B5EF4-FFF2-40B4-BE49-F238E27FC236}">
                <a16:creationId xmlns:a16="http://schemas.microsoft.com/office/drawing/2014/main" id="{20F5CBF9-C764-8262-D0A7-FC402F434219}"/>
              </a:ext>
            </a:extLst>
          </p:cNvPr>
          <p:cNvSpPr>
            <a:spLocks noGrp="1"/>
          </p:cNvSpPr>
          <p:nvPr>
            <p:ph type="ftr" sz="quarter" idx="11"/>
          </p:nvPr>
        </p:nvSpPr>
        <p:spPr/>
        <p:txBody>
          <a:bodyPr/>
          <a:lstStyle/>
          <a:p>
            <a:r>
              <a:rPr lang="fr-FR"/>
              <a:t>Léo Berger - groupe 6 ou 11 ou autre (pas sûr à vérifier)</a:t>
            </a:r>
          </a:p>
        </p:txBody>
      </p:sp>
    </p:spTree>
    <p:extLst>
      <p:ext uri="{BB962C8B-B14F-4D97-AF65-F5344CB8AC3E}">
        <p14:creationId xmlns:p14="http://schemas.microsoft.com/office/powerpoint/2010/main" val="1390461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2126CC-4CDC-C335-DE10-7664251C9396}"/>
              </a:ext>
            </a:extLst>
          </p:cNvPr>
          <p:cNvSpPr>
            <a:spLocks noGrp="1"/>
          </p:cNvSpPr>
          <p:nvPr>
            <p:ph type="title"/>
          </p:nvPr>
        </p:nvSpPr>
        <p:spPr/>
        <p:txBody>
          <a:bodyPr/>
          <a:lstStyle/>
          <a:p>
            <a:r>
              <a:rPr lang="fr-FR" dirty="0"/>
              <a:t>Difficultés et améliorations possibles</a:t>
            </a:r>
          </a:p>
        </p:txBody>
      </p:sp>
      <p:sp>
        <p:nvSpPr>
          <p:cNvPr id="3" name="Espace réservé du contenu 2">
            <a:extLst>
              <a:ext uri="{FF2B5EF4-FFF2-40B4-BE49-F238E27FC236}">
                <a16:creationId xmlns:a16="http://schemas.microsoft.com/office/drawing/2014/main" id="{25C766AB-2678-85CD-7341-B310A1AA7D08}"/>
              </a:ext>
            </a:extLst>
          </p:cNvPr>
          <p:cNvSpPr>
            <a:spLocks noGrp="1"/>
          </p:cNvSpPr>
          <p:nvPr>
            <p:ph idx="1"/>
          </p:nvPr>
        </p:nvSpPr>
        <p:spPr/>
        <p:txBody>
          <a:bodyPr>
            <a:normAutofit fontScale="92500" lnSpcReduction="20000"/>
          </a:bodyPr>
          <a:lstStyle/>
          <a:p>
            <a:r>
              <a:rPr lang="fr-FR" dirty="0"/>
              <a:t>Agents </a:t>
            </a:r>
            <a:r>
              <a:rPr lang="fr-FR" dirty="0">
                <a:sym typeface="Wingdings" panose="05000000000000000000" pitchFamily="2" charset="2"/>
              </a:rPr>
              <a:t></a:t>
            </a:r>
            <a:r>
              <a:rPr lang="fr-FR" dirty="0"/>
              <a:t> threads en concurrence =&gt; essaient d’utiliser les mêmes objets constamment en même temps</a:t>
            </a:r>
          </a:p>
          <a:p>
            <a:r>
              <a:rPr lang="fr-FR" dirty="0"/>
              <a:t>Besoin de locks et vérifications constantes que l’état du monde n’a pas été changé entre recherche et action ou au cours d’un déplacement</a:t>
            </a:r>
          </a:p>
          <a:p>
            <a:r>
              <a:rPr lang="fr-FR" dirty="0"/>
              <a:t>Problème de la course aux ingrédients : certaines recettes expirent car des agents vont récupérer un ingrédient nécessaire pour la leur qui a plus de temps cependant tous les ingrédients pour chaque commande sont toujours récoltés</a:t>
            </a:r>
          </a:p>
          <a:p>
            <a:r>
              <a:rPr lang="fr-FR" dirty="0"/>
              <a:t>Problème d’UI non corrigé par manque de temps : les commandes affichées ne disparaissent pas correctement, et certaines restent alors que plus aucune commande n’est en attente après quelques temps</a:t>
            </a:r>
          </a:p>
          <a:p>
            <a:r>
              <a:rPr lang="fr-FR" dirty="0"/>
              <a:t>Possibilité d’améliorer la position où sont stockés les éléments pour un accès plus rapide par les agents</a:t>
            </a:r>
          </a:p>
        </p:txBody>
      </p:sp>
      <p:sp>
        <p:nvSpPr>
          <p:cNvPr id="4" name="Espace réservé du pied de page 3">
            <a:extLst>
              <a:ext uri="{FF2B5EF4-FFF2-40B4-BE49-F238E27FC236}">
                <a16:creationId xmlns:a16="http://schemas.microsoft.com/office/drawing/2014/main" id="{3653BC68-5687-A566-6181-C4FDFF510684}"/>
              </a:ext>
            </a:extLst>
          </p:cNvPr>
          <p:cNvSpPr>
            <a:spLocks noGrp="1"/>
          </p:cNvSpPr>
          <p:nvPr>
            <p:ph type="ftr" sz="quarter" idx="11"/>
          </p:nvPr>
        </p:nvSpPr>
        <p:spPr/>
        <p:txBody>
          <a:bodyPr/>
          <a:lstStyle/>
          <a:p>
            <a:r>
              <a:rPr lang="fr-FR"/>
              <a:t>Léo Berger - groupe 6 ou 11 ou autre (pas sûr à vérifier)</a:t>
            </a:r>
          </a:p>
        </p:txBody>
      </p:sp>
    </p:spTree>
    <p:extLst>
      <p:ext uri="{BB962C8B-B14F-4D97-AF65-F5344CB8AC3E}">
        <p14:creationId xmlns:p14="http://schemas.microsoft.com/office/powerpoint/2010/main" val="28937000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54BEB2-84F4-8EDA-A12F-267BA9EF1798}"/>
              </a:ext>
            </a:extLst>
          </p:cNvPr>
          <p:cNvSpPr>
            <a:spLocks noGrp="1"/>
          </p:cNvSpPr>
          <p:nvPr>
            <p:ph type="title"/>
          </p:nvPr>
        </p:nvSpPr>
        <p:spPr/>
        <p:txBody>
          <a:bodyPr/>
          <a:lstStyle/>
          <a:p>
            <a:r>
              <a:rPr lang="fr-FR" dirty="0"/>
              <a:t>Conclusion</a:t>
            </a:r>
          </a:p>
        </p:txBody>
      </p:sp>
      <p:sp>
        <p:nvSpPr>
          <p:cNvPr id="3" name="Espace réservé du contenu 2">
            <a:extLst>
              <a:ext uri="{FF2B5EF4-FFF2-40B4-BE49-F238E27FC236}">
                <a16:creationId xmlns:a16="http://schemas.microsoft.com/office/drawing/2014/main" id="{E10A1D71-22F8-4B1C-8F5E-4CAE7C8FFBAA}"/>
              </a:ext>
            </a:extLst>
          </p:cNvPr>
          <p:cNvSpPr>
            <a:spLocks noGrp="1"/>
          </p:cNvSpPr>
          <p:nvPr>
            <p:ph idx="1"/>
          </p:nvPr>
        </p:nvSpPr>
        <p:spPr/>
        <p:txBody>
          <a:bodyPr/>
          <a:lstStyle/>
          <a:p>
            <a:r>
              <a:rPr lang="fr-FR" dirty="0"/>
              <a:t>Sur la simulation, l’agent seul ne fait que 65 points en 2 minutes contre 270 pour 3 agents.</a:t>
            </a:r>
          </a:p>
          <a:p>
            <a:r>
              <a:rPr lang="fr-FR" dirty="0"/>
              <a:t>La coopération entre plusieurs agents a démontré par son efficacité qu’elle fonctionne correctement</a:t>
            </a:r>
          </a:p>
          <a:p>
            <a:r>
              <a:rPr lang="fr-FR" dirty="0"/>
              <a:t>Il est encore possible d’améliorer l’algorithme des agents.</a:t>
            </a:r>
          </a:p>
        </p:txBody>
      </p:sp>
      <p:sp>
        <p:nvSpPr>
          <p:cNvPr id="4" name="Espace réservé du pied de page 3">
            <a:extLst>
              <a:ext uri="{FF2B5EF4-FFF2-40B4-BE49-F238E27FC236}">
                <a16:creationId xmlns:a16="http://schemas.microsoft.com/office/drawing/2014/main" id="{F6127321-FF2C-A6D3-4BD7-261D201D304C}"/>
              </a:ext>
            </a:extLst>
          </p:cNvPr>
          <p:cNvSpPr>
            <a:spLocks noGrp="1"/>
          </p:cNvSpPr>
          <p:nvPr>
            <p:ph type="ftr" sz="quarter" idx="11"/>
          </p:nvPr>
        </p:nvSpPr>
        <p:spPr/>
        <p:txBody>
          <a:bodyPr/>
          <a:lstStyle/>
          <a:p>
            <a:r>
              <a:rPr lang="fr-FR"/>
              <a:t>Léo Berger - groupe 6 ou 11 ou autre (pas sûr à vérifier)</a:t>
            </a:r>
          </a:p>
        </p:txBody>
      </p:sp>
    </p:spTree>
    <p:extLst>
      <p:ext uri="{BB962C8B-B14F-4D97-AF65-F5344CB8AC3E}">
        <p14:creationId xmlns:p14="http://schemas.microsoft.com/office/powerpoint/2010/main" val="390524126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641</Words>
  <Application>Microsoft Office PowerPoint</Application>
  <PresentationFormat>Grand écran</PresentationFormat>
  <Paragraphs>38</Paragraphs>
  <Slides>7</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7</vt:i4>
      </vt:variant>
    </vt:vector>
  </HeadingPairs>
  <TitlesOfParts>
    <vt:vector size="12" baseType="lpstr">
      <vt:lpstr>Aptos</vt:lpstr>
      <vt:lpstr>Aptos Display</vt:lpstr>
      <vt:lpstr>Arial</vt:lpstr>
      <vt:lpstr>Wingdings</vt:lpstr>
      <vt:lpstr>Thème Office</vt:lpstr>
      <vt:lpstr>HAI716I – POA/SMA</vt:lpstr>
      <vt:lpstr>Système Multi-Agents</vt:lpstr>
      <vt:lpstr>Stratégie </vt:lpstr>
      <vt:lpstr>Sélection de la commande à donner à un agent</vt:lpstr>
      <vt:lpstr>Etats des agents</vt:lpstr>
      <vt:lpstr>Difficultés et améliorations possibles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Leo berger</dc:creator>
  <cp:lastModifiedBy>Leo berger</cp:lastModifiedBy>
  <cp:revision>2</cp:revision>
  <dcterms:created xsi:type="dcterms:W3CDTF">2025-12-03T22:11:05Z</dcterms:created>
  <dcterms:modified xsi:type="dcterms:W3CDTF">2025-12-03T23:21:34Z</dcterms:modified>
</cp:coreProperties>
</file>